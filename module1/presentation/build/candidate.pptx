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ee2a6ff50b44dd" /><Relationship Type="http://schemas.openxmlformats.org/officeDocument/2006/relationships/extended-properties" Target="/docProps/app.xml" Id="R84a6e2911b9c4c61" /><Relationship Type="http://schemas.openxmlformats.org/officeDocument/2006/relationships/officeDocument" Target="/ppt/presentation.xml" Id="Re4281d03cba54d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f17d2d1e534014"/>
  </p:sldMasterIdLst>
  <p:notesMasterIdLst>
    <p:notesMasterId xmlns:r="http://schemas.openxmlformats.org/officeDocument/2006/relationships" r:id="R1927b1244a904ff7"/>
  </p:notesMasterIdLst>
  <p:sldIdLst>
    <p:sldId xmlns:r="http://schemas.openxmlformats.org/officeDocument/2006/relationships" id="256" r:id="R585a04a248074179"/>
    <p:sldId xmlns:r="http://schemas.openxmlformats.org/officeDocument/2006/relationships" id="257" r:id="R604b4530e0c54714"/>
    <p:sldId xmlns:r="http://schemas.openxmlformats.org/officeDocument/2006/relationships" id="258" r:id="R24e36597b8c14c39"/>
    <p:sldId xmlns:r="http://schemas.openxmlformats.org/officeDocument/2006/relationships" id="259" r:id="R6d989e2b07364d9d"/>
    <p:sldId xmlns:r="http://schemas.openxmlformats.org/officeDocument/2006/relationships" id="260" r:id="R535995ef6c004e22"/>
    <p:sldId xmlns:r="http://schemas.openxmlformats.org/officeDocument/2006/relationships" id="261" r:id="Rc5a2838439eb4c10"/>
    <p:sldId xmlns:r="http://schemas.openxmlformats.org/officeDocument/2006/relationships" id="262" r:id="R9fa263309db04ae4"/>
    <p:sldId xmlns:r="http://schemas.openxmlformats.org/officeDocument/2006/relationships" id="263" r:id="Rb43575fc86c54e25"/>
    <p:sldId xmlns:r="http://schemas.openxmlformats.org/officeDocument/2006/relationships" id="264" r:id="R33fb2610775d46e1"/>
    <p:sldId xmlns:r="http://schemas.openxmlformats.org/officeDocument/2006/relationships" id="265" r:id="R953949fd79ef4382"/>
    <p:sldId xmlns:r="http://schemas.openxmlformats.org/officeDocument/2006/relationships" id="266" r:id="R692ec1bb1b574c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201ec9b3a245dc" /><Relationship Type="http://schemas.openxmlformats.org/officeDocument/2006/relationships/slideMaster" Target="/ppt/slideMasters/slideMaster1.xml" Id="R6ff17d2d1e534014" /><Relationship Type="http://schemas.openxmlformats.org/officeDocument/2006/relationships/notesMaster" Target="/ppt/notesMasters/notesMaster1.xml" Id="R1927b1244a904ff7" /><Relationship Type="http://schemas.openxmlformats.org/officeDocument/2006/relationships/presProps" Target="/ppt/presProps.xml" Id="R92b5f8ba2281421c" /><Relationship Type="http://schemas.openxmlformats.org/officeDocument/2006/relationships/tableStyles" Target="/ppt/tableStyles.xml" Id="R76e3b7236ba74889" /><Relationship Type="http://schemas.openxmlformats.org/officeDocument/2006/relationships/slide" Target="/ppt/slides/slide1.xml" Id="R585a04a248074179" /><Relationship Type="http://schemas.openxmlformats.org/officeDocument/2006/relationships/slide" Target="/ppt/slides/slide2.xml" Id="R604b4530e0c54714" /><Relationship Type="http://schemas.openxmlformats.org/officeDocument/2006/relationships/slide" Target="/ppt/slides/slide3.xml" Id="R24e36597b8c14c39" /><Relationship Type="http://schemas.openxmlformats.org/officeDocument/2006/relationships/slide" Target="/ppt/slides/slide4.xml" Id="R6d989e2b07364d9d" /><Relationship Type="http://schemas.openxmlformats.org/officeDocument/2006/relationships/slide" Target="/ppt/slides/slide5.xml" Id="R535995ef6c004e22" /><Relationship Type="http://schemas.openxmlformats.org/officeDocument/2006/relationships/slide" Target="/ppt/slides/slide6.xml" Id="Rc5a2838439eb4c10" /><Relationship Type="http://schemas.openxmlformats.org/officeDocument/2006/relationships/slide" Target="/ppt/slides/slide7.xml" Id="R9fa263309db04ae4" /><Relationship Type="http://schemas.openxmlformats.org/officeDocument/2006/relationships/slide" Target="/ppt/slides/slide8.xml" Id="Rb43575fc86c54e25" /><Relationship Type="http://schemas.openxmlformats.org/officeDocument/2006/relationships/slide" Target="/ppt/slides/slide9.xml" Id="R33fb2610775d46e1" /><Relationship Type="http://schemas.openxmlformats.org/officeDocument/2006/relationships/slide" Target="/ppt/slides/slide10.xml" Id="R953949fd79ef4382" /><Relationship Type="http://schemas.openxmlformats.org/officeDocument/2006/relationships/slide" Target="/ppt/slides/slide11.xml" Id="R692ec1bb1b574c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ed0863792746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c5c66f85594b46" /><Relationship Type="http://schemas.openxmlformats.org/officeDocument/2006/relationships/notesMaster" Target="/ppt/notesMasters/notesMaster1.xml" Id="R8be90c31c67b40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d252921aa14db2" /><Relationship Type="http://schemas.openxmlformats.org/officeDocument/2006/relationships/notesMaster" Target="/ppt/notesMasters/notesMaster1.xml" Id="R74f42ab4527444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b17d57e9a948da" /><Relationship Type="http://schemas.openxmlformats.org/officeDocument/2006/relationships/notesMaster" Target="/ppt/notesMasters/notesMaster1.xml" Id="Re97bf9b53c8045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ea4c51148942ff" /><Relationship Type="http://schemas.openxmlformats.org/officeDocument/2006/relationships/notesMaster" Target="/ppt/notesMasters/notesMaster1.xml" Id="R2f092682f56e4d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57a13ea58947bc" /><Relationship Type="http://schemas.openxmlformats.org/officeDocument/2006/relationships/notesMaster" Target="/ppt/notesMasters/notesMaster1.xml" Id="R4d58d1186b4b4f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ad5dfc28244a42" /><Relationship Type="http://schemas.openxmlformats.org/officeDocument/2006/relationships/notesMaster" Target="/ppt/notesMasters/notesMaster1.xml" Id="R77e6868ecc3740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52170a30e24522" /><Relationship Type="http://schemas.openxmlformats.org/officeDocument/2006/relationships/notesMaster" Target="/ppt/notesMasters/notesMaster1.xml" Id="R518179eec8ca49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bea98a500647fe" /><Relationship Type="http://schemas.openxmlformats.org/officeDocument/2006/relationships/notesMaster" Target="/ppt/notesMasters/notesMaster1.xml" Id="R9c5b3bf6259144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ae08f1f37d42be" /><Relationship Type="http://schemas.openxmlformats.org/officeDocument/2006/relationships/notesMaster" Target="/ppt/notesMasters/notesMaster1.xml" Id="Rfc800badf80945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4a0bb343a3422f" /><Relationship Type="http://schemas.openxmlformats.org/officeDocument/2006/relationships/notesMaster" Target="/ppt/notesMasters/notesMaster1.xml" Id="R93c7fb96108648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6b26b640fe439b" /><Relationship Type="http://schemas.openxmlformats.org/officeDocument/2006/relationships/notesMaster" Target="/ppt/notesMasters/notesMaster1.xml" Id="R535cc2240f514f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7720f686549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ab268c08dd4770" /><Relationship Type="http://schemas.openxmlformats.org/officeDocument/2006/relationships/slideLayout" Target="/ppt/slideLayouts/slideLayout1.xml" Id="R19d2ce780cbf45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d2ce780cbf45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9ee8ddcb74a87" /><Relationship Type="http://schemas.openxmlformats.org/officeDocument/2006/relationships/notesSlide" Target="/ppt/notesSlides/notesSlide1.xml" Id="R09c022a34b9440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6818c2e1d43e0" /><Relationship Type="http://schemas.openxmlformats.org/officeDocument/2006/relationships/notesSlide" Target="/ppt/notesSlides/notesSlide2.xml" Id="R4d4a298901ab4f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f16353ab142d1" /><Relationship Type="http://schemas.openxmlformats.org/officeDocument/2006/relationships/notesSlide" Target="/ppt/notesSlides/notesSlide3.xml" Id="Rd1be220b328b4a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2f1b65e1548f3" /><Relationship Type="http://schemas.openxmlformats.org/officeDocument/2006/relationships/notesSlide" Target="/ppt/notesSlides/notesSlide4.xml" Id="Rd7222c298f0448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451bbde8c433e" /><Relationship Type="http://schemas.openxmlformats.org/officeDocument/2006/relationships/notesSlide" Target="/ppt/notesSlides/notesSlide5.xml" Id="Rb28ef78ec90e45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d59ceca294a78" /><Relationship Type="http://schemas.openxmlformats.org/officeDocument/2006/relationships/notesSlide" Target="/ppt/notesSlides/notesSlide6.xml" Id="Rf74549d7b6284a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35d2b58124a01" /><Relationship Type="http://schemas.openxmlformats.org/officeDocument/2006/relationships/notesSlide" Target="/ppt/notesSlides/notesSlide7.xml" Id="R57464a346e4a4f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79df75f3b4aeb" /><Relationship Type="http://schemas.openxmlformats.org/officeDocument/2006/relationships/notesSlide" Target="/ppt/notesSlides/notesSlide8.xml" Id="R882dc7a0f1ac4c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6b43f357e4991" /><Relationship Type="http://schemas.openxmlformats.org/officeDocument/2006/relationships/notesSlide" Target="/ppt/notesSlides/notesSlide9.xml" Id="Ra1e40d1870f34e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904028fb349bc" /><Relationship Type="http://schemas.openxmlformats.org/officeDocument/2006/relationships/notesSlide" Target="/ppt/notesSlides/notesSlide10.xml" Id="Rb40a793a8fea44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e946ec18f4cdd" /><Relationship Type="http://schemas.openxmlformats.org/officeDocument/2006/relationships/notesSlide" Target="/ppt/notesSlides/notesSlide11.xml" Id="R2aa46e63fda14c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2F78E-CB47-4527-81B1-22E07577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STSong"/>
                <a:ea typeface="STSong"/>
                <a:cs typeface="STSong"/>
              </a:defRPr>
            </a:pPr>
            <a:r>
              <a:rPr sz="3150" b="1">
                <a:solidFill>
                  <a:srgbClr val="FFFFFF"/>
                </a:solidFill>
                <a:latin typeface="STSong"/>
                <a:ea typeface="STSong"/>
                <a:cs typeface="STSong"/>
              </a:rPr>
              <a:t>Module 1 Testing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2E196-8814-4B63-BF6A-2A801FA6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EE3F8"/>
                </a:solidFill>
                <a:latin typeface="STSong"/>
                <a:ea typeface="STSong"/>
                <a:cs typeface="STSong"/>
              </a:defRPr>
            </a:pPr>
            <a:r>
              <a:rPr sz="1800" b="1">
                <a:solidFill>
                  <a:srgbClr val="BEE3F8"/>
                </a:solidFill>
                <a:latin typeface="STSong"/>
                <a:ea typeface="STSong"/>
                <a:cs typeface="STSong"/>
              </a:rPr>
              <a:t>croniter 6.2.2        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95739-0D00-4682-9DA4-41C4BEC9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FFFFF"/>
                </a:solidFill>
                <a:latin typeface="STSong"/>
                <a:ea typeface="STSong"/>
                <a:cs typeface="STSong"/>
              </a:defRPr>
            </a:pPr>
            <a:r>
              <a:rPr sz="2100">
                <a:solidFill>
                  <a:srgbClr val="FFFFFF"/>
                </a:solidFill>
                <a:latin typeface="STSong"/>
                <a:ea typeface="STSong"/>
                <a:cs typeface="STSong"/>
              </a:rPr>
              <a:t>41 passed   36         3      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1C967-5A86-45D6-9F09-E1CD5577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E3F8"/>
                </a:solidFill>
                <a:latin typeface="STSong"/>
                <a:ea typeface="STSong"/>
                <a:cs typeface="STSong"/>
              </a:defRPr>
            </a:pPr>
            <a:r>
              <a:rPr sz="1200">
                <a:solidFill>
                  <a:srgbClr val="BEE3F8"/>
                </a:solidFill>
                <a:latin typeface="STSong"/>
                <a:ea typeface="STSong"/>
                <a:cs typeface="STSong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8839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A3464-00BB-45B5-8474-9011B826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STSong"/>
                <a:ea typeface="STSong"/>
                <a:cs typeface="STSong"/>
              </a:defRPr>
            </a:pPr>
            <a:r>
              <a:rPr sz="2550" b="1">
                <a:solidFill>
                  <a:srgbClr val="102A43"/>
                </a:solidFill>
                <a:latin typeface="STSong"/>
                <a:ea typeface="STSong"/>
                <a:cs typeface="STSong"/>
              </a:rPr>
              <a:t>System Under Test: croniter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8E69B-B41D-4EDE-8E4D-4565F212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STSong"/>
                <a:ea typeface="STSong"/>
                <a:cs typeface="STSong"/>
              </a:defRPr>
            </a:pPr>
            <a:r>
              <a:rPr sz="1800" b="1">
                <a:solidFill>
                  <a:srgbClr val="0B7285"/>
                </a:solidFill>
                <a:latin typeface="STSong"/>
                <a:ea typeface="STSong"/>
                <a:cs typeface="STSong"/>
              </a:rPr>
              <a:t>Python cron      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40805-50D8-4666-A933-328CEECD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croniter() get_next() get_prev() match_range() croniter_range()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 6.2.2          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CD7E6-FAB6-40F5-BDF9-350EBDC9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STSong"/>
                <a:ea typeface="STSong"/>
                <a:cs typeface="STSong"/>
              </a:defRPr>
            </a:pPr>
            <a:r>
              <a:rPr sz="1200">
                <a:solidFill>
                  <a:srgbClr val="829AB1"/>
                </a:solidFill>
                <a:latin typeface="STSong"/>
                <a:ea typeface="STSong"/>
                <a:cs typeface="STSong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245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81A48-9164-4313-8E87-72807382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STSong"/>
                <a:ea typeface="STSong"/>
                <a:cs typeface="STSong"/>
              </a:defRPr>
            </a:pPr>
            <a:r>
              <a:rPr sz="2550" b="1">
                <a:solidFill>
                  <a:srgbClr val="102A43"/>
                </a:solidFill>
                <a:latin typeface="STSong"/>
                <a:ea typeface="STSong"/>
                <a:cs typeface="STSong"/>
              </a:rPr>
              <a:t>Risk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1E195-537C-4DB2-AC95-6B29CFC4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STSong"/>
                <a:ea typeface="STSong"/>
                <a:cs typeface="STSong"/>
              </a:defRPr>
            </a:pPr>
            <a:r>
              <a:rPr sz="1800" b="1">
                <a:solidFill>
                  <a:srgbClr val="0B7285"/>
                </a:solidFill>
                <a:latin typeface="STSong"/>
                <a:ea typeface="STSong"/>
                <a:cs typeface="STSong"/>
              </a:rPr>
              <a:t>                  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12047-94F4-46D6-9F18-93B1D7E9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            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          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   next/prev           datetime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327AF-5AFE-4B2A-8D5C-A8ADF322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STSong"/>
                <a:ea typeface="STSong"/>
                <a:cs typeface="STSong"/>
              </a:defRPr>
            </a:pPr>
            <a:r>
              <a:rPr sz="1200">
                <a:solidFill>
                  <a:srgbClr val="829AB1"/>
                </a:solidFill>
                <a:latin typeface="STSong"/>
                <a:ea typeface="STSong"/>
                <a:cs typeface="STSong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7269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B7A84-F535-4E23-9C1F-1F57A714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STSong"/>
                <a:ea typeface="STSong"/>
                <a:cs typeface="STSong"/>
              </a:defRPr>
            </a:pPr>
            <a:r>
              <a:rPr sz="2550" b="1">
                <a:solidFill>
                  <a:srgbClr val="102A43"/>
                </a:solidFill>
                <a:latin typeface="STSong"/>
                <a:ea typeface="STSong"/>
                <a:cs typeface="STSong"/>
              </a:rPr>
              <a:t>Test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574A2-D6D3-4CBA-A841-6C7C04CB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STSong"/>
                <a:ea typeface="STSong"/>
                <a:cs typeface="STSong"/>
              </a:defRPr>
            </a:pPr>
            <a:r>
              <a:rPr sz="1800" b="1">
                <a:solidFill>
                  <a:srgbClr val="0B7285"/>
                </a:solidFill>
                <a:latin typeface="STSong"/>
                <a:ea typeface="STSong"/>
                <a:cs typeface="STSong"/>
              </a:rPr>
              <a:t>              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5D93F-A383-47B6-A696-85455CD2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12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12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   8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 4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36             80%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2968E-B4A4-41AF-A34A-DE3E1BFD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STSong"/>
                <a:ea typeface="STSong"/>
                <a:cs typeface="STSong"/>
              </a:defRPr>
            </a:pPr>
            <a:r>
              <a:rPr sz="1200">
                <a:solidFill>
                  <a:srgbClr val="829AB1"/>
                </a:solidFill>
                <a:latin typeface="STSong"/>
                <a:ea typeface="STSong"/>
                <a:cs typeface="STSong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6039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A9FED-A2E8-4CD9-942A-5EDAE57D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STSong"/>
                <a:ea typeface="STSong"/>
                <a:cs typeface="STSong"/>
              </a:defRPr>
            </a:pPr>
            <a:r>
              <a:rPr sz="2550" b="1">
                <a:solidFill>
                  <a:srgbClr val="102A43"/>
                </a:solidFill>
                <a:latin typeface="STSong"/>
                <a:ea typeface="STSong"/>
                <a:cs typeface="STSong"/>
              </a:rPr>
              <a:t>Automated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CFB99-1A57-4FF2-9C45-1B37180B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STSong"/>
                <a:ea typeface="STSong"/>
                <a:cs typeface="STSong"/>
              </a:defRPr>
            </a:pPr>
            <a:r>
              <a:rPr sz="1800" b="1">
                <a:solidFill>
                  <a:srgbClr val="0B7285"/>
                </a:solidFill>
                <a:latin typeface="STSong"/>
                <a:ea typeface="STSong"/>
                <a:cs typeface="STSong"/>
              </a:rPr>
              <a:t>             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B8F83-FF29-4D17-83F4-821223F8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pytest      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fixture      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smoke / boundary / regression 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python -m pytest -q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F4F20-546D-4FF3-9216-B80DC9A4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STSong"/>
                <a:ea typeface="STSong"/>
                <a:cs typeface="STSong"/>
              </a:defRPr>
            </a:pPr>
            <a:r>
              <a:rPr sz="1200">
                <a:solidFill>
                  <a:srgbClr val="829AB1"/>
                </a:solidFill>
                <a:latin typeface="STSong"/>
                <a:ea typeface="STSong"/>
                <a:cs typeface="STSong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4570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99F6F-420E-4360-ACC1-8520A9B6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STSong"/>
                <a:ea typeface="STSong"/>
                <a:cs typeface="STSong"/>
              </a:defRPr>
            </a:pPr>
            <a:r>
              <a:rPr sz="2550" b="1">
                <a:solidFill>
                  <a:srgbClr val="102A43"/>
                </a:solidFill>
                <a:latin typeface="STSong"/>
                <a:ea typeface="STSong"/>
                <a:cs typeface="STSong"/>
              </a:rPr>
              <a:t>Test Case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D50E4-DE61-478D-B094-7FBEFCE0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STSong"/>
                <a:ea typeface="STSong"/>
                <a:cs typeface="STSong"/>
              </a:defRPr>
            </a:pPr>
            <a:r>
              <a:rPr sz="1800" b="1">
                <a:solidFill>
                  <a:srgbClr val="0B7285"/>
                </a:solidFill>
                <a:latin typeface="STSong"/>
                <a:ea typeface="STSong"/>
                <a:cs typeface="STSong"/>
              </a:rPr>
              <a:t>             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BE55C-44C0-46FF-A324-794DEE3D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CRON-UT-001 036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                 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   testdata/cron_cases.json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  1-      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DABD5-C66E-49E9-B862-50D38CD9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STSong"/>
                <a:ea typeface="STSong"/>
                <a:cs typeface="STSong"/>
              </a:defRPr>
            </a:pPr>
            <a:r>
              <a:rPr sz="1200">
                <a:solidFill>
                  <a:srgbClr val="829AB1"/>
                </a:solidFill>
                <a:latin typeface="STSong"/>
                <a:ea typeface="STSong"/>
                <a:cs typeface="STSong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15379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1EFFA-7873-4DB3-B66F-CA8AFFAA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STSong"/>
                <a:ea typeface="STSong"/>
                <a:cs typeface="STSong"/>
              </a:defRPr>
            </a:pPr>
            <a:r>
              <a:rPr sz="2550" b="1">
                <a:solidFill>
                  <a:srgbClr val="102A43"/>
                </a:solidFill>
                <a:latin typeface="STSong"/>
                <a:ea typeface="STSong"/>
                <a:cs typeface="STSong"/>
              </a:rPr>
              <a:t>Defect Reproduction: Zero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AD128-B246-4CCA-AF5C-77879FC2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STSong"/>
                <a:ea typeface="STSong"/>
                <a:cs typeface="STSong"/>
              </a:defRPr>
            </a:pPr>
            <a:r>
              <a:rPr sz="1800" b="1">
                <a:solidFill>
                  <a:srgbClr val="0B7285"/>
                </a:solidFill>
                <a:latin typeface="STSong"/>
                <a:ea typeface="STSong"/>
                <a:cs typeface="STSong"/>
              </a:rPr>
              <a:t>               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7C0B3-9EFB-4675-8B57-7F61687E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5-5/0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6.2.2         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07dfad8     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              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504D0-5A75-49C4-B161-33B4EE72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STSong"/>
                <a:ea typeface="STSong"/>
                <a:cs typeface="STSong"/>
              </a:defRPr>
            </a:pPr>
            <a:r>
              <a:rPr sz="1200">
                <a:solidFill>
                  <a:srgbClr val="829AB1"/>
                </a:solidFill>
                <a:latin typeface="STSong"/>
                <a:ea typeface="STSong"/>
                <a:cs typeface="STSong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986223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65693-0684-4FD5-9E45-6C9CA945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STSong"/>
                <a:ea typeface="STSong"/>
                <a:cs typeface="STSong"/>
              </a:defRPr>
            </a:pPr>
            <a:r>
              <a:rPr sz="2550" b="1">
                <a:solidFill>
                  <a:srgbClr val="102A43"/>
                </a:solidFill>
                <a:latin typeface="STSong"/>
                <a:ea typeface="STSong"/>
                <a:cs typeface="STSong"/>
              </a:rPr>
              <a:t>Defect Closure: Month and Sunday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8207D-15A7-4716-B422-EA57CDD0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STSong"/>
                <a:ea typeface="STSong"/>
                <a:cs typeface="STSong"/>
              </a:defRPr>
            </a:pPr>
            <a:r>
              <a:rPr sz="1800" b="1">
                <a:solidFill>
                  <a:srgbClr val="0B7285"/>
                </a:solidFill>
                <a:latin typeface="STSong"/>
                <a:ea typeface="STSong"/>
                <a:cs typeface="STSong"/>
              </a:rPr>
              <a:t>                  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AE5F6-71AE-4204-B9A2-2F90653F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issue #235      101f39e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Sunday    issue #239      10e9bb6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1   12       Saturday Sunday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3F3D5-4892-422E-BD2C-CCDD4B8D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STSong"/>
                <a:ea typeface="STSong"/>
                <a:cs typeface="STSong"/>
              </a:defRPr>
            </a:pPr>
            <a:r>
              <a:rPr sz="1200">
                <a:solidFill>
                  <a:srgbClr val="829AB1"/>
                </a:solidFill>
                <a:latin typeface="STSong"/>
                <a:ea typeface="STSong"/>
                <a:cs typeface="STSong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413405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36FEC-F02A-4452-BD14-53924C28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STSong"/>
                <a:ea typeface="STSong"/>
                <a:cs typeface="STSong"/>
              </a:defRPr>
            </a:pPr>
            <a:r>
              <a:rPr sz="2550" b="1">
                <a:solidFill>
                  <a:srgbClr val="102A43"/>
                </a:solidFill>
                <a:latin typeface="STSong"/>
                <a:ea typeface="STSong"/>
                <a:cs typeface="STSong"/>
              </a:rPr>
              <a:t>Execution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8CF8C-BFBB-4526-862A-2B44611A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STSong"/>
                <a:ea typeface="STSong"/>
                <a:cs typeface="STSong"/>
              </a:defRPr>
            </a:pPr>
            <a:r>
              <a:rPr sz="1800" b="1">
                <a:solidFill>
                  <a:srgbClr val="0B7285"/>
                </a:solidFill>
                <a:latin typeface="STSong"/>
                <a:ea typeface="STSong"/>
                <a:cs typeface="STSong"/>
              </a:rPr>
              <a:t>               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DD1A8-7C77-494A-95AA-6A8B7E9B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41 passed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55%         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          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              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11B20-856C-45B5-B143-E6E1277F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STSong"/>
                <a:ea typeface="STSong"/>
                <a:cs typeface="STSong"/>
              </a:defRPr>
            </a:pPr>
            <a:r>
              <a:rPr sz="1200">
                <a:solidFill>
                  <a:srgbClr val="829AB1"/>
                </a:solidFill>
                <a:latin typeface="STSong"/>
                <a:ea typeface="STSong"/>
                <a:cs typeface="STSong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729115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60F64-0B67-44AB-87CC-273DA5C5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STSong"/>
                <a:ea typeface="STSong"/>
                <a:cs typeface="STSong"/>
              </a:defRPr>
            </a:pPr>
            <a:r>
              <a:rPr sz="2550" b="1">
                <a:solidFill>
                  <a:srgbClr val="102A43"/>
                </a:solidFill>
                <a:latin typeface="STSong"/>
                <a:ea typeface="STSong"/>
                <a:cs typeface="STSong"/>
              </a:rPr>
              <a:t>Live 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F4DB2-8DE3-492C-B0A5-BBD68551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STSong"/>
                <a:ea typeface="STSong"/>
                <a:cs typeface="STSong"/>
              </a:defRPr>
            </a:pPr>
            <a:r>
              <a:rPr sz="1800" b="1">
                <a:solidFill>
                  <a:srgbClr val="0B7285"/>
                </a:solidFill>
                <a:latin typeface="STSong"/>
                <a:ea typeface="STSong"/>
                <a:cs typeface="STSong"/>
              </a:rPr>
              <a:t>           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B7F89-C67B-4DE2-A3A6-6B7F275C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1    module1    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2    pytest    41 passed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3       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4          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5    Excel        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7F0AB-4D0C-494C-869F-2B615DE0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STSong"/>
                <a:ea typeface="STSong"/>
                <a:cs typeface="STSong"/>
              </a:defRPr>
            </a:pPr>
            <a:r>
              <a:rPr sz="1200">
                <a:solidFill>
                  <a:srgbClr val="829AB1"/>
                </a:solidFill>
                <a:latin typeface="STSong"/>
                <a:ea typeface="STSong"/>
                <a:cs typeface="STSong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99944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84B58-A5D1-464F-A559-AF20C842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STSong"/>
                <a:ea typeface="STSong"/>
                <a:cs typeface="STSong"/>
              </a:defRPr>
            </a:pPr>
            <a:r>
              <a:rPr sz="2550" b="1">
                <a:solidFill>
                  <a:srgbClr val="102A43"/>
                </a:solidFill>
                <a:latin typeface="STSong"/>
                <a:ea typeface="STSong"/>
                <a:cs typeface="STSong"/>
              </a:rPr>
              <a:t>Conclusion and Deliverables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43C85-915E-4359-9F46-23F49CF7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STSong"/>
                <a:ea typeface="STSong"/>
                <a:cs typeface="STSong"/>
              </a:defRPr>
            </a:pPr>
            <a:r>
              <a:rPr sz="1800" b="1">
                <a:solidFill>
                  <a:srgbClr val="0B7285"/>
                </a:solidFill>
                <a:latin typeface="STSong"/>
                <a:ea typeface="STSong"/>
                <a:cs typeface="STSong"/>
              </a:rPr>
              <a:t>                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6C30B-4DA2-40E0-99C2-3CF2C15A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36        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3                   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1   2   3   README</a:t>
            </a:r>
          </a:p>
          <a:p xmlns:a="http://schemas.openxmlformats.org/drawingml/2006/main">
            <a:pPr>
              <a:defRPr sz="2250">
                <a:solidFill>
                  <a:srgbClr val="243B53"/>
                </a:solidFill>
                <a:latin typeface="STSong"/>
                <a:ea typeface="STSong"/>
                <a:cs typeface="STSong"/>
              </a:defRPr>
            </a:pPr>
            <a:r>
              <a:rPr sz="2250">
                <a:solidFill>
                  <a:srgbClr val="243B53"/>
                </a:solidFill>
                <a:latin typeface="STSong"/>
                <a:ea typeface="STSong"/>
                <a:cs typeface="STSong"/>
              </a:rPr>
              <a:t>     module1/presentation/      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66E2E-D293-4F1A-B857-DEB8DE28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STSong"/>
                <a:ea typeface="STSong"/>
                <a:cs typeface="STSong"/>
              </a:defRPr>
            </a:pPr>
            <a:r>
              <a:rPr sz="1200">
                <a:solidFill>
                  <a:srgbClr val="829AB1"/>
                </a:solidFill>
                <a:latin typeface="STSong"/>
                <a:ea typeface="STSong"/>
                <a:cs typeface="STSong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4805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2026-09-08T13:00:41.9210000Z</dcterms:created>
  <dcterms:modified xsi:type="dcterms:W3CDTF">2026-09-08T13:00:41.9210000Z</dcterms:modified>
</coreProperties>
</file>