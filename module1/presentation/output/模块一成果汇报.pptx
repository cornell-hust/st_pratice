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49797afc5e4abb" /><Relationship Type="http://schemas.openxmlformats.org/officeDocument/2006/relationships/extended-properties" Target="/docProps/app.xml" Id="R4fd73532301f4f71" /><Relationship Type="http://schemas.openxmlformats.org/officeDocument/2006/relationships/officeDocument" Target="/ppt/presentation.xml" Id="R4b7563f6bea843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c167e9d9c44ca4"/>
  </p:sldMasterIdLst>
  <p:notesMasterIdLst>
    <p:notesMasterId xmlns:r="http://schemas.openxmlformats.org/officeDocument/2006/relationships" r:id="R42df134c45fb483a"/>
  </p:notesMasterIdLst>
  <p:sldIdLst>
    <p:sldId xmlns:r="http://schemas.openxmlformats.org/officeDocument/2006/relationships" id="256" r:id="Rc5351b41e2a240d9"/>
    <p:sldId xmlns:r="http://schemas.openxmlformats.org/officeDocument/2006/relationships" id="257" r:id="R3a3d37cae2f34dac"/>
    <p:sldId xmlns:r="http://schemas.openxmlformats.org/officeDocument/2006/relationships" id="258" r:id="Rc5f608872607478d"/>
    <p:sldId xmlns:r="http://schemas.openxmlformats.org/officeDocument/2006/relationships" id="259" r:id="R77d43273253c4176"/>
    <p:sldId xmlns:r="http://schemas.openxmlformats.org/officeDocument/2006/relationships" id="260" r:id="Rababa7aa8b3f439c"/>
    <p:sldId xmlns:r="http://schemas.openxmlformats.org/officeDocument/2006/relationships" id="261" r:id="R291069ba949e49b2"/>
    <p:sldId xmlns:r="http://schemas.openxmlformats.org/officeDocument/2006/relationships" id="262" r:id="R98f413a69ab7474d"/>
    <p:sldId xmlns:r="http://schemas.openxmlformats.org/officeDocument/2006/relationships" id="263" r:id="R5d3360e0dcab446a"/>
    <p:sldId xmlns:r="http://schemas.openxmlformats.org/officeDocument/2006/relationships" id="264" r:id="R71cb03dc61a041cb"/>
    <p:sldId xmlns:r="http://schemas.openxmlformats.org/officeDocument/2006/relationships" id="265" r:id="R7ad372aa5bf1477d"/>
    <p:sldId xmlns:r="http://schemas.openxmlformats.org/officeDocument/2006/relationships" id="266" r:id="Rb4587caa547844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7152037e894eb8" /><Relationship Type="http://schemas.openxmlformats.org/officeDocument/2006/relationships/slideMaster" Target="/ppt/slideMasters/slideMaster1.xml" Id="R88c167e9d9c44ca4" /><Relationship Type="http://schemas.openxmlformats.org/officeDocument/2006/relationships/notesMaster" Target="/ppt/notesMasters/notesMaster1.xml" Id="R42df134c45fb483a" /><Relationship Type="http://schemas.openxmlformats.org/officeDocument/2006/relationships/presProps" Target="/ppt/presProps.xml" Id="Rf55dbaf6b0464745" /><Relationship Type="http://schemas.openxmlformats.org/officeDocument/2006/relationships/tableStyles" Target="/ppt/tableStyles.xml" Id="R5a1427eaba9d4e87" /><Relationship Type="http://schemas.openxmlformats.org/officeDocument/2006/relationships/slide" Target="/ppt/slides/slide1.xml" Id="Rc5351b41e2a240d9" /><Relationship Type="http://schemas.openxmlformats.org/officeDocument/2006/relationships/slide" Target="/ppt/slides/slide2.xml" Id="R3a3d37cae2f34dac" /><Relationship Type="http://schemas.openxmlformats.org/officeDocument/2006/relationships/slide" Target="/ppt/slides/slide3.xml" Id="Rc5f608872607478d" /><Relationship Type="http://schemas.openxmlformats.org/officeDocument/2006/relationships/slide" Target="/ppt/slides/slide4.xml" Id="R77d43273253c4176" /><Relationship Type="http://schemas.openxmlformats.org/officeDocument/2006/relationships/slide" Target="/ppt/slides/slide5.xml" Id="Rababa7aa8b3f439c" /><Relationship Type="http://schemas.openxmlformats.org/officeDocument/2006/relationships/slide" Target="/ppt/slides/slide6.xml" Id="R291069ba949e49b2" /><Relationship Type="http://schemas.openxmlformats.org/officeDocument/2006/relationships/slide" Target="/ppt/slides/slide7.xml" Id="R98f413a69ab7474d" /><Relationship Type="http://schemas.openxmlformats.org/officeDocument/2006/relationships/slide" Target="/ppt/slides/slide8.xml" Id="R5d3360e0dcab446a" /><Relationship Type="http://schemas.openxmlformats.org/officeDocument/2006/relationships/slide" Target="/ppt/slides/slide9.xml" Id="R71cb03dc61a041cb" /><Relationship Type="http://schemas.openxmlformats.org/officeDocument/2006/relationships/slide" Target="/ppt/slides/slide10.xml" Id="R7ad372aa5bf1477d" /><Relationship Type="http://schemas.openxmlformats.org/officeDocument/2006/relationships/slide" Target="/ppt/slides/slide11.xml" Id="Rb4587caa547844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deb3e858440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bdba2460a84613" /><Relationship Type="http://schemas.openxmlformats.org/officeDocument/2006/relationships/notesMaster" Target="/ppt/notesMasters/notesMaster1.xml" Id="R0fffa1f372c543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3132f94b1c41d2" /><Relationship Type="http://schemas.openxmlformats.org/officeDocument/2006/relationships/notesMaster" Target="/ppt/notesMasters/notesMaster1.xml" Id="R38a6f30e76db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f526121c754bbc" /><Relationship Type="http://schemas.openxmlformats.org/officeDocument/2006/relationships/notesMaster" Target="/ppt/notesMasters/notesMaster1.xml" Id="Rf5a5b918418643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834355c31844d0" /><Relationship Type="http://schemas.openxmlformats.org/officeDocument/2006/relationships/notesMaster" Target="/ppt/notesMasters/notesMaster1.xml" Id="R24bed57fd39743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f99472799a4f35" /><Relationship Type="http://schemas.openxmlformats.org/officeDocument/2006/relationships/notesMaster" Target="/ppt/notesMasters/notesMaster1.xml" Id="R271057054bf6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a606e8322845de" /><Relationship Type="http://schemas.openxmlformats.org/officeDocument/2006/relationships/notesMaster" Target="/ppt/notesMasters/notesMaster1.xml" Id="R760cea1aa37843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9c2c3e233c4cc4" /><Relationship Type="http://schemas.openxmlformats.org/officeDocument/2006/relationships/notesMaster" Target="/ppt/notesMasters/notesMaster1.xml" Id="Rf159aeb604334e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3fcc6afd30436c" /><Relationship Type="http://schemas.openxmlformats.org/officeDocument/2006/relationships/notesMaster" Target="/ppt/notesMasters/notesMaster1.xml" Id="R74b83c8afafe4a6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c3e277049043eb" /><Relationship Type="http://schemas.openxmlformats.org/officeDocument/2006/relationships/notesMaster" Target="/ppt/notesMasters/notesMaster1.xml" Id="R54c41caee4a741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f12fa030f241c3" /><Relationship Type="http://schemas.openxmlformats.org/officeDocument/2006/relationships/notesMaster" Target="/ppt/notesMasters/notesMaster1.xml" Id="R0a905863d89242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aae032e6164a4b" /><Relationship Type="http://schemas.openxmlformats.org/officeDocument/2006/relationships/notesMaster" Target="/ppt/notesMasters/notesMaster1.xml" Id="Re31ae569e4dc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事实来源：module1/README.md、module1/defects/repro-baseline.txt、module1/defects/repro-fixed.txt、module1/reports/附录3-测试报告-模块一.docx。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cf0fda911344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1ad636bddf4133" /><Relationship Type="http://schemas.openxmlformats.org/officeDocument/2006/relationships/slideLayout" Target="/ppt/slideLayouts/slideLayout1.xml" Id="Rfabd7338dbef4f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bd7338dbef4f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3d877261e94402" /><Relationship Type="http://schemas.openxmlformats.org/officeDocument/2006/relationships/notesSlide" Target="/ppt/notesSlides/notesSlide1.xml" Id="R26381786aad940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b60b41f5de49f6" /><Relationship Type="http://schemas.openxmlformats.org/officeDocument/2006/relationships/notesSlide" Target="/ppt/notesSlides/notesSlide2.xml" Id="R552a4b2025ad45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7b2a8b071420f" /><Relationship Type="http://schemas.openxmlformats.org/officeDocument/2006/relationships/notesSlide" Target="/ppt/notesSlides/notesSlide3.xml" Id="R9d60b579bc364e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31fca6c984828" /><Relationship Type="http://schemas.openxmlformats.org/officeDocument/2006/relationships/notesSlide" Target="/ppt/notesSlides/notesSlide4.xml" Id="R0516e9a5b4604c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bc77c64c64d36" /><Relationship Type="http://schemas.openxmlformats.org/officeDocument/2006/relationships/notesSlide" Target="/ppt/notesSlides/notesSlide5.xml" Id="Rbb9eb407333c43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6d05d50a64b90" /><Relationship Type="http://schemas.openxmlformats.org/officeDocument/2006/relationships/notesSlide" Target="/ppt/notesSlides/notesSlide6.xml" Id="R67034385967d4e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6eb58144647c7" /><Relationship Type="http://schemas.openxmlformats.org/officeDocument/2006/relationships/notesSlide" Target="/ppt/notesSlides/notesSlide7.xml" Id="R4e46a1c1a39d4e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990aa73364148" /><Relationship Type="http://schemas.openxmlformats.org/officeDocument/2006/relationships/notesSlide" Target="/ppt/notesSlides/notesSlide8.xml" Id="Rfa3f8bc682db48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a8d506fed4971" /><Relationship Type="http://schemas.openxmlformats.org/officeDocument/2006/relationships/notesSlide" Target="/ppt/notesSlides/notesSlide9.xml" Id="R7e973e1fd22145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4faed3c6c941b9" /><Relationship Type="http://schemas.openxmlformats.org/officeDocument/2006/relationships/notesSlide" Target="/ppt/notesSlides/notesSlide10.xml" Id="R124626d6a15d4f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fa3fbee744c3b" /><Relationship Type="http://schemas.openxmlformats.org/officeDocument/2006/relationships/notesSlide" Target="/ppt/notesSlides/notesSlide11.xml" Id="R84d30bacadf040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C45CB7-D923-4D4A-82AD-CB558C2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模块一：测试基础实践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18D03-B4EE-401D-AAF9-8614905D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EE3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EE3F8"/>
                </a:solidFill>
                <a:latin typeface="Helvetica Neue"/>
                <a:ea typeface="Helvetica Neue"/>
                <a:cs typeface="Helvetica Neue"/>
              </a:rPr>
              <a:t>croniter 6.2.2 · 课程成果汇报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EAA27F-B3F8-4C6C-8A1C-3C328A69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41 passed · 36 条测试用例 · 3 个公开历史缺陷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556C96-080F-4280-B7EF-88EF3C8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BEE3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BEE3F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375270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9668AC-828E-44AF-B00C-B9727A8C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被测对象：croniter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9F9FB8-467E-4AC7-BEE3-8ACD2B53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Python cron 表达式迭代库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CBD46-9EF4-4C71-A9B1-2C8ABD42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核心接口：croniter()、get_next()、get_prev()、match_range()、croniter_range()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基线：上游 6.2.2；缺陷修复在本地分支完成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5DCE0-EED1-4691-884B-F4F141A4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6320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99E0B-12FC-4F66-8911-D29704A2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风险地图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49385-8CE5-4822-9078-222EEF89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时间表达式的错误会直接改变任务触发时刻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B537B7-65EF-4EC1-A352-C39C34B1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解析输入：字段数量、范围、步长、非法值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时间边界：月末、闰年、跨年、星期日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状态行为：连续 next/prev、区间枚举、时区感知 datetime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5DC544-7DD6-45FD-AC72-167DAD7C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243400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8E1DE-67D1-4EA8-81FC-0A46E9F5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测试策略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B83FB-0AF6-421F-B38F-DF014C5B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用例设计覆盖输入类别与时间边界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37F516-7630-4CC8-8D87-D05073B1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等价类：12 条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边界值：12 条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场景与状态转换：8 条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异常与回归：4 条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共 36 条，自动化执行比例超过 80%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52D6B-495C-430E-B053-1080BE6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83909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57023-CA73-46F9-BF28-28B628DD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自动化执行路径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3BD747-FE24-4973-A41F-AB64A76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一条命令把清单变成可重复证据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C26F01-2B3D-4A13-9E62-BDF3DB12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pytest 参数化数据驱动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fixture 统一时间与时区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smoke / boundary / regression 标记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运行：python -m pytest -q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90C04-2AEB-499D-ADA5-1BC62E92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451248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AFB292-4566-4EF7-A1D4-88D9AE284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用例清单结构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F9151-8FF5-4EC7-8C2B-A27940A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每条用例都能追溯到函数和结果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86BBC-DAEB-4154-A80E-2669200F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编号 CRON-UT-001～036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字段包含：输入、步骤、预期、实际、状态、设计方法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测试数据保存在 testdata/cron_cases.json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清单模板：附录1-测试用例清单.xlsx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89B86-C30B-49BE-A5F0-713A12CC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25641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06E0C-0DE4-44C4-8C47-AE295BF1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缺陷复现：零步长范围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CC6F9-0276-4B83-82EA-B675F13F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基线版本接受了不应接受的步长输入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CB2D0-E1AE-4624-A969-33D7E6863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表达式：5-5/0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基线 6.2.2：行为异常，未稳定拒绝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修复：07dfad8 增加步长校验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回归：零步长稳定抛出异常，合法步长继续通过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03512-0A4C-46A6-B659-18156BF7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25458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EFA4FF-F2A0-42B0-B00F-17EE1389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缺陷闭环：月份与 Sunday 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395758-FCFF-454F-9393-6766EEF4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公开记录提供证据，本地回归证明修复有效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85B9D-5A21-422C-8039-CBA61F30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月份边界：issue #235，对应修复 101f39e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Sunday 步进：issue #239，对应修复 10e9bb6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分别覆盖 1 月、12 月、跨年和 Saturday→Sunday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9C7078-B9E9-4068-9A21-2A34CCB6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02477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CFBD7A-6C79-4DC8-9BCA-C1C851D9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执行结果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D84C11-D1C6-42FC-B665-1517DEB9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测试通过，覆盖率用于定位后续风险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C237C-96B3-4535-86B9-E7739032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41 passed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覆盖率：55%（当前结果，如实记录）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三项历史缺陷均完成复现、修复和回归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未把覆盖率当作质量结论，后续补充未覆盖分支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4E212-B70C-47C2-B727-4A9AE3A6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832257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C726E-94A1-4028-9CE6-68A7B6DB9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现场演示流程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8CA63-B063-40BA-9DC7-68A41E995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从安装到回归，展示证据链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30C17-1F19-40E9-9C26-AC44C31E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1 进入 module1 并安装依赖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2 运行 pytest，展示 41 passed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3 切换基线复现缺陷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4 应用修复提交并运行回归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5 打开 Excel、缺陷报告和测试报告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66B77-2F26-404C-B02B-E0768C716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6982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B9EF9-B29D-4F8C-93E4-8C95D0D1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结论与交付物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31C8E-6503-443E-AFD9-BF30F324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B7285"/>
                </a:solidFill>
                <a:latin typeface="Helvetica Neue"/>
                <a:ea typeface="Helvetica Neue"/>
                <a:cs typeface="Helvetica Neue"/>
              </a:rPr>
              <a:t>模块一形成可复现、可追溯的测试实践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D1946-2D87-4233-B4ED-836ED4CE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0001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36 条清单与自动化脚本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3 个公开历史缺陷的复现、修复、回归证据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附录1、附录2、附录3 与 README</a:t>
            </a:r>
          </a:p>
          <a:p xmlns:a="http://schemas.openxmlformats.org/drawingml/2006/main">
            <a:pPr>
              <a:def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演示入口：module1/presentation/演示视频脚本.md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BF1D5-64AE-4E5B-94D4-754C16F9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8175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829AB1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09604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2026-09-08T12:49:00.5940000Z</dcterms:created>
  <dcterms:modified xsi:type="dcterms:W3CDTF">2026-09-08T12:49:00.5940000Z</dcterms:modified>
</coreProperties>
</file>