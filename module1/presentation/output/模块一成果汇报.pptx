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7fb88851f473f" /><Relationship Type="http://schemas.openxmlformats.org/officeDocument/2006/relationships/extended-properties" Target="/docProps/app.xml" Id="R4639b4c5c79f42bb" /><Relationship Type="http://schemas.openxmlformats.org/officeDocument/2006/relationships/officeDocument" Target="/ppt/presentation.xml" Id="R35c0f2362fd347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a2cb6e1c30485b"/>
  </p:sldMasterIdLst>
  <p:notesMasterIdLst>
    <p:notesMasterId xmlns:r="http://schemas.openxmlformats.org/officeDocument/2006/relationships" r:id="Raf4bafc17eb849d0"/>
  </p:notesMasterIdLst>
  <p:sldIdLst>
    <p:sldId xmlns:r="http://schemas.openxmlformats.org/officeDocument/2006/relationships" id="256" r:id="Rd166f8ac6ad9489e"/>
    <p:sldId xmlns:r="http://schemas.openxmlformats.org/officeDocument/2006/relationships" id="257" r:id="Rb7818944e5f94474"/>
    <p:sldId xmlns:r="http://schemas.openxmlformats.org/officeDocument/2006/relationships" id="258" r:id="R35934ec8760d45ae"/>
    <p:sldId xmlns:r="http://schemas.openxmlformats.org/officeDocument/2006/relationships" id="259" r:id="Rc52ce05a0c384c9a"/>
    <p:sldId xmlns:r="http://schemas.openxmlformats.org/officeDocument/2006/relationships" id="260" r:id="R93f92bebb77648fc"/>
    <p:sldId xmlns:r="http://schemas.openxmlformats.org/officeDocument/2006/relationships" id="261" r:id="R2f8d1548b09f45ed"/>
    <p:sldId xmlns:r="http://schemas.openxmlformats.org/officeDocument/2006/relationships" id="262" r:id="R921145d927194b3d"/>
    <p:sldId xmlns:r="http://schemas.openxmlformats.org/officeDocument/2006/relationships" id="263" r:id="Re0e703da0fc840b8"/>
    <p:sldId xmlns:r="http://schemas.openxmlformats.org/officeDocument/2006/relationships" id="264" r:id="R6393e9c919f748bc"/>
    <p:sldId xmlns:r="http://schemas.openxmlformats.org/officeDocument/2006/relationships" id="265" r:id="R0e9120a3e1924b6b"/>
    <p:sldId xmlns:r="http://schemas.openxmlformats.org/officeDocument/2006/relationships" id="266" r:id="R249315f0d3c641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2e4f11bc5741a9" /><Relationship Type="http://schemas.openxmlformats.org/officeDocument/2006/relationships/slideMaster" Target="/ppt/slideMasters/slideMaster1.xml" Id="R69a2cb6e1c30485b" /><Relationship Type="http://schemas.openxmlformats.org/officeDocument/2006/relationships/notesMaster" Target="/ppt/notesMasters/notesMaster1.xml" Id="Raf4bafc17eb849d0" /><Relationship Type="http://schemas.openxmlformats.org/officeDocument/2006/relationships/presProps" Target="/ppt/presProps.xml" Id="R3e8df2a301af4494" /><Relationship Type="http://schemas.openxmlformats.org/officeDocument/2006/relationships/tableStyles" Target="/ppt/tableStyles.xml" Id="R5c356d0c04b0418b" /><Relationship Type="http://schemas.openxmlformats.org/officeDocument/2006/relationships/slide" Target="/ppt/slides/slide1.xml" Id="Rd166f8ac6ad9489e" /><Relationship Type="http://schemas.openxmlformats.org/officeDocument/2006/relationships/slide" Target="/ppt/slides/slide2.xml" Id="Rb7818944e5f94474" /><Relationship Type="http://schemas.openxmlformats.org/officeDocument/2006/relationships/slide" Target="/ppt/slides/slide3.xml" Id="R35934ec8760d45ae" /><Relationship Type="http://schemas.openxmlformats.org/officeDocument/2006/relationships/slide" Target="/ppt/slides/slide4.xml" Id="Rc52ce05a0c384c9a" /><Relationship Type="http://schemas.openxmlformats.org/officeDocument/2006/relationships/slide" Target="/ppt/slides/slide5.xml" Id="R93f92bebb77648fc" /><Relationship Type="http://schemas.openxmlformats.org/officeDocument/2006/relationships/slide" Target="/ppt/slides/slide6.xml" Id="R2f8d1548b09f45ed" /><Relationship Type="http://schemas.openxmlformats.org/officeDocument/2006/relationships/slide" Target="/ppt/slides/slide7.xml" Id="R921145d927194b3d" /><Relationship Type="http://schemas.openxmlformats.org/officeDocument/2006/relationships/slide" Target="/ppt/slides/slide8.xml" Id="Re0e703da0fc840b8" /><Relationship Type="http://schemas.openxmlformats.org/officeDocument/2006/relationships/slide" Target="/ppt/slides/slide9.xml" Id="R6393e9c919f748bc" /><Relationship Type="http://schemas.openxmlformats.org/officeDocument/2006/relationships/slide" Target="/ppt/slides/slide10.xml" Id="R0e9120a3e1924b6b" /><Relationship Type="http://schemas.openxmlformats.org/officeDocument/2006/relationships/slide" Target="/ppt/slides/slide11.xml" Id="R249315f0d3c641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9c7a47d77a49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76a96c623d4199" /><Relationship Type="http://schemas.openxmlformats.org/officeDocument/2006/relationships/notesMaster" Target="/ppt/notesMasters/notesMaster1.xml" Id="R13f9b650e44941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cf96237af94ba0" /><Relationship Type="http://schemas.openxmlformats.org/officeDocument/2006/relationships/notesMaster" Target="/ppt/notesMasters/notesMaster1.xml" Id="R6a0f26eb74d543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b7e726b5274d79" /><Relationship Type="http://schemas.openxmlformats.org/officeDocument/2006/relationships/notesMaster" Target="/ppt/notesMasters/notesMaster1.xml" Id="Rc8e8555896cd40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9c4c6b39984160" /><Relationship Type="http://schemas.openxmlformats.org/officeDocument/2006/relationships/notesMaster" Target="/ppt/notesMasters/notesMaster1.xml" Id="Rbcb4513f70cd45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884bb872794b1c" /><Relationship Type="http://schemas.openxmlformats.org/officeDocument/2006/relationships/notesMaster" Target="/ppt/notesMasters/notesMaster1.xml" Id="R06395658eeb649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0afa2ba9a947ba" /><Relationship Type="http://schemas.openxmlformats.org/officeDocument/2006/relationships/notesMaster" Target="/ppt/notesMasters/notesMaster1.xml" Id="R99a99a7e4a7648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3e4461bae74199" /><Relationship Type="http://schemas.openxmlformats.org/officeDocument/2006/relationships/notesMaster" Target="/ppt/notesMasters/notesMaster1.xml" Id="Rfe223d8f85fe46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c36a932bc84426" /><Relationship Type="http://schemas.openxmlformats.org/officeDocument/2006/relationships/notesMaster" Target="/ppt/notesMasters/notesMaster1.xml" Id="Rebe86644470943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82e2c6e9b54235" /><Relationship Type="http://schemas.openxmlformats.org/officeDocument/2006/relationships/notesMaster" Target="/ppt/notesMasters/notesMaster1.xml" Id="Rd34b805bdd114b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8c11f8eeb04be4" /><Relationship Type="http://schemas.openxmlformats.org/officeDocument/2006/relationships/notesMaster" Target="/ppt/notesMasters/notesMaster1.xml" Id="Rd6ef436ed57240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3903c129be4351" /><Relationship Type="http://schemas.openxmlformats.org/officeDocument/2006/relationships/notesMaster" Target="/ppt/notesMasters/notesMaster1.xml" Id="R1f7b0ab4a0264a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0494f6cec47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e142f290014a52" /><Relationship Type="http://schemas.openxmlformats.org/officeDocument/2006/relationships/slideLayout" Target="/ppt/slideLayouts/slideLayout1.xml" Id="Ra04cc96d2b7a43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4cc96d2b7a43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9d734751c47c3" /><Relationship Type="http://schemas.openxmlformats.org/officeDocument/2006/relationships/notesSlide" Target="/ppt/notesSlides/notesSlide1.xml" Id="Rd84e7bfd304e44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000706a44ab1" /><Relationship Type="http://schemas.openxmlformats.org/officeDocument/2006/relationships/notesSlide" Target="/ppt/notesSlides/notesSlide2.xml" Id="R6dbf322a98cd45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2ea28db1a4fb9" /><Relationship Type="http://schemas.openxmlformats.org/officeDocument/2006/relationships/notesSlide" Target="/ppt/notesSlides/notesSlide3.xml" Id="Rc1f56566e13c46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a24489b314846" /><Relationship Type="http://schemas.openxmlformats.org/officeDocument/2006/relationships/notesSlide" Target="/ppt/notesSlides/notesSlide4.xml" Id="Re21f5dcaf14e4b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95483125c4d28" /><Relationship Type="http://schemas.openxmlformats.org/officeDocument/2006/relationships/notesSlide" Target="/ppt/notesSlides/notesSlide5.xml" Id="R52523822d9cb45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07a7afc4c4db1" /><Relationship Type="http://schemas.openxmlformats.org/officeDocument/2006/relationships/notesSlide" Target="/ppt/notesSlides/notesSlide6.xml" Id="R466fac72a2e3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11779fca54e9b" /><Relationship Type="http://schemas.openxmlformats.org/officeDocument/2006/relationships/notesSlide" Target="/ppt/notesSlides/notesSlide7.xml" Id="R89e7038480a749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842ee2316430a" /><Relationship Type="http://schemas.openxmlformats.org/officeDocument/2006/relationships/notesSlide" Target="/ppt/notesSlides/notesSlide8.xml" Id="R2e9b3b8eb54b4e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7fbbeec3c4d4d" /><Relationship Type="http://schemas.openxmlformats.org/officeDocument/2006/relationships/notesSlide" Target="/ppt/notesSlides/notesSlide9.xml" Id="Ra0a88b5b2f554f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3af8ffd274e12" /><Relationship Type="http://schemas.openxmlformats.org/officeDocument/2006/relationships/notesSlide" Target="/ppt/notesSlides/notesSlide10.xml" Id="R330be155eff14c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48fb3da9f42c0" /><Relationship Type="http://schemas.openxmlformats.org/officeDocument/2006/relationships/notesSlide" Target="/ppt/notesSlides/notesSlide11.xml" Id="R35b7c2eb53b64b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E2933-D814-45AB-8F25-6A5418CF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Module 1 Testing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0CA31-C57C-4DCC-92DC-65C18C80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EE3F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EE3F8"/>
                </a:solidFill>
                <a:latin typeface="Arial"/>
                <a:ea typeface="Arial"/>
                <a:cs typeface="Arial"/>
              </a:rPr>
              <a:t>croniter 6.2.2 - course deliverables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ED1BE-4D9B-457A-98E0-BA3F1C96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41 passed | 36 test cases | 3 public historical defects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FE7C8-F719-489B-9911-E16E3372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EE3F8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BEE3F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61377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18BF8-8B97-4128-9FBA-315B7C5C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System Under Test: croniter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19FA8-A5CA-477B-8D3D-58FF4244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Python cron expression parser and iterator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B9954-8235-4CAD-B914-FB06F7E9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Core APIs: croniter(), get_next(), get_prev(), match_range(), croniter_range()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Baseline: upstream 6.2.2; fixes kept on local branch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F6D23-71B6-48E6-938B-E0C62C6D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60536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F0C6F-8CDE-4451-A70C-85F97AFB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Risk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B0051-06AB-41D5-8E1E-F3059679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Scheduling errors change job trigger times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7FCE5-F84E-4D03-A87D-1CB4E6C9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Input parsing: field count, ranges, steps, invalid values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Time boundaries: month end, leap year, year rollover, Sunday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State behavior: repeated next/prev, range iteration, timezone-aware datetime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32F73-9AB5-481F-81E0-08BFCA9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19372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52A50-CE62-4013-B947-010735CE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Test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98A9C-274D-425C-A4ED-155BC9D0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Equivalence classes plus boundary and scenario 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47F9D3-9EFE-427C-91B5-8F8A4CDD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Equivalence classes: 12 cases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Boundary values: 12 cases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Scenarios and state transitions: 8 cases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Exception and regression: 4 cases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Total: 36 cases; automation ratio over 80 percent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A9BA7-2411-40CC-BA99-7AF2C247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513236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FCC22-83AB-44EE-8D34-31B04C52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Automated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256B2-DCBF-48F4-8F01-6B0FE7F5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One command creates repeatable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4809A-CF25-46F3-8755-85E3CACE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pytest parameterization for data-driven cases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Fixtures provide common time and timezone setup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Markers: smoke / boundary / regression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Run: python -m pytest -q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D65B3-7EA8-4871-A74F-EA521D04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131973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DE976-522C-4FCE-984B-FD9716F8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Test Case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4F99A-4478-4DB7-B25E-A97E7DAD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Every case is traceable to an API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EBAB6-7019-4CD5-9ABD-02169FDB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IDs: CRON-UT-001 to CRON-UT-036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Fields: input, steps, expected, actual, status, method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Data: testdata/cron_cases.json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Deliverable: Appendix1-test-cases.xlsx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F59F3-1D84-4C60-AE78-B3B14A0B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831575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FB5D00-4896-403D-B003-00BDCDF7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Defect Reproduction: Zero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F1D29-31E6-4496-A14B-6CEBE8D2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The baseline exposed an unstable exception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76B521-E287-4CC6-A5C7-10E1FEB5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Expression: 5-5/0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Baseline 6.2.2: raw ValueError, not stable CroniterBadCronError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Fix: 07dfad8 adds explicit step validation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Regression: zero step rejected; valid steps still pass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5D114-764E-4AEF-B778-FEECEE54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330740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409C6-7641-4650-AD39-24E7E5AF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Defect Closure: Month and Sunday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C7FA64-E65A-4944-8611-88E871D8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Public records plus local regression make the fix auditable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F69B4-D411-4C25-A78B-C50AFB65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Month boundary: issue #235, fix 101f39e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Sunday stepping: issue #239, fix 10e9bb6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Checks include January, December, rollover, and Saturday to Sunday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3E188-6116-43AD-9181-8F07A844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645288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4948A7-41F6-4B89-8C62-15B0A57E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Execution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3A589-0414-438F-B5B3-22550BC0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Passing tests identify confidence and remaining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96292-06BD-4D7F-8E2C-C1A838C0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41 passed / 0 failed / 0 skipped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Branch coverage: 55 percent (current test set)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Three historical defects reproduced, fixed, and regressed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Coverage gaps remain in performance, concurrency, and extreme branches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A1A57-37F2-4493-98B1-5AEFBCA6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174857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019AE-4353-4B83-8A86-E9CE3AC6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Live Demo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DF49-33F1-480A-831C-E157E9CE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Show the evidence chain from setup to regression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2F23F-B326-4B0A-9BA7-6D0F7440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1. Enter module1 and install dependencies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2. Run pytest and show 41 passed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3. Switch to baseline and reproduce a defect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4. Apply the fix and run regression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5. Open the Excel, defect, and test reports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CD4F2-3E4E-49A3-8288-0E9F599A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603667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2EB67-0955-4F13-A9E8-30314F85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Conclusion and Deliverables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49FF9-9FF7-4FF0-B73B-C9C95F7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7285"/>
                </a:solidFill>
                <a:latin typeface="Arial"/>
                <a:ea typeface="Arial"/>
                <a:cs typeface="Arial"/>
              </a:rPr>
              <a:t>A reproducible and traceable testing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82873-288E-4021-BBA5-3EE0BE56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36-case Excel checklist and pytest source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Three public historical defects with fix evidence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Appendix 1, Appendix 2, Appendix 3, and README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243B53"/>
                </a:solidFill>
                <a:latin typeface="Arial"/>
                <a:ea typeface="Arial"/>
                <a:cs typeface="Arial"/>
              </a:rPr>
              <a:t>Video guide: 演示视频脚本.md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89303-A47F-47DA-918D-CE01D22F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829AB1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60779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2026-09-08T13:06:16.0020000Z</dcterms:created>
  <dcterms:modified xsi:type="dcterms:W3CDTF">2026-09-08T13:06:16.0020000Z</dcterms:modified>
</coreProperties>
</file>